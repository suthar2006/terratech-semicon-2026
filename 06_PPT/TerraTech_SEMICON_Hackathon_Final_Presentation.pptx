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8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er Institutional Inclusive  Innovations Center" userId="8f0f2a58-4f3c-47a5-9304-113b24e1e584" providerId="ADAL" clId="{7C429524-839A-4DDC-9EAA-B9B6CA7C8F65}"/>
    <pc:docChg chg="undo custSel modSld addMainMaster delMainMaster modMainMaster">
      <pc:chgData name="Inter Institutional Inclusive  Innovations Center" userId="8f0f2a58-4f3c-47a5-9304-113b24e1e584" providerId="ADAL" clId="{7C429524-839A-4DDC-9EAA-B9B6CA7C8F65}" dt="2026-07-24T04:52:03.139" v="215" actId="20577"/>
      <pc:docMkLst>
        <pc:docMk/>
      </pc:docMkLst>
      <pc:sldChg chg="addSp delSp modSp mod">
        <pc:chgData name="Inter Institutional Inclusive  Innovations Center" userId="8f0f2a58-4f3c-47a5-9304-113b24e1e584" providerId="ADAL" clId="{7C429524-839A-4DDC-9EAA-B9B6CA7C8F65}" dt="2026-07-24T04:52:03.139" v="215" actId="20577"/>
        <pc:sldMkLst>
          <pc:docMk/>
          <pc:sldMk cId="0" sldId="256"/>
        </pc:sldMkLst>
        <pc:spChg chg="mod">
          <ac:chgData name="Inter Institutional Inclusive  Innovations Center" userId="8f0f2a58-4f3c-47a5-9304-113b24e1e584" providerId="ADAL" clId="{7C429524-839A-4DDC-9EAA-B9B6CA7C8F65}" dt="2026-07-24T04:52:03.139" v="215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19.958" v="117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49:50.859" v="169" actId="1076"/>
          <ac:picMkLst>
            <pc:docMk/>
            <pc:sldMk cId="0" sldId="256"/>
            <ac:picMk id="5" creationId="{8BB4234F-3583-BFF9-C279-17614D0CF451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4T04:49:34.965" v="164" actId="478"/>
          <ac:picMkLst>
            <pc:docMk/>
            <pc:sldMk cId="0" sldId="256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8:56.841" v="162" actId="478"/>
          <ac:picMkLst>
            <pc:docMk/>
            <pc:sldMk cId="0" sldId="256"/>
            <ac:picMk id="21" creationId="{39800F03-85D7-C539-AC1F-E617F255427D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18.033" v="116" actId="478"/>
          <ac:picMkLst>
            <pc:docMk/>
            <pc:sldMk cId="0" sldId="256"/>
            <ac:picMk id="24" creationId="{49E19F6C-7A17-044F-4D35-5AE5900A884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03.416" v="173" actId="1076"/>
        <pc:sldMkLst>
          <pc:docMk/>
          <pc:sldMk cId="0" sldId="257"/>
        </pc:sldMkLst>
        <pc:spChg chg="del">
          <ac:chgData name="Inter Institutional Inclusive  Innovations Center" userId="8f0f2a58-4f3c-47a5-9304-113b24e1e584" providerId="ADAL" clId="{7C429524-839A-4DDC-9EAA-B9B6CA7C8F65}" dt="2026-07-23T09:23:50.752" v="142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3:55" v="144" actId="1076"/>
          <ac:spMkLst>
            <pc:docMk/>
            <pc:sldMk cId="0" sldId="257"/>
            <ac:spMk id="70" creationId="{780937B3-EB04-4CBA-C636-AF115BC1E358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34.301" v="122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03.416" v="173" actId="1076"/>
          <ac:picMkLst>
            <pc:docMk/>
            <pc:sldMk cId="0" sldId="257"/>
            <ac:picMk id="5" creationId="{5F67FE6B-8CE4-2744-DE3C-E456350E62E4}"/>
          </ac:picMkLst>
        </pc:picChg>
        <pc:picChg chg="add del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36.011" v="123" actId="478"/>
          <ac:picMkLst>
            <pc:docMk/>
            <pc:sldMk cId="0" sldId="257"/>
            <ac:picMk id="67" creationId="{C1D8EFAA-60C4-F885-3CF5-29E5275B845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8" creationId="{923CF78D-2057-EB74-919F-879D8B37DC53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9.267" v="171" actId="478"/>
          <ac:picMkLst>
            <pc:docMk/>
            <pc:sldMk cId="0" sldId="257"/>
            <ac:picMk id="72" creationId="{E669829C-7B29-A7D1-ED99-C5F19C5072C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7.485" v="170" actId="478"/>
          <ac:picMkLst>
            <pc:docMk/>
            <pc:sldMk cId="0" sldId="257"/>
            <ac:picMk id="74" creationId="{BEAA2AA5-66C7-EAD6-3C1C-DA0576C000F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0.912" v="177" actId="1076"/>
        <pc:sldMkLst>
          <pc:docMk/>
          <pc:sldMk cId="0" sldId="258"/>
        </pc:sldMkLst>
        <pc:spChg chg="del">
          <ac:chgData name="Inter Institutional Inclusive  Innovations Center" userId="8f0f2a58-4f3c-47a5-9304-113b24e1e584" providerId="ADAL" clId="{7C429524-839A-4DDC-9EAA-B9B6CA7C8F65}" dt="2026-07-23T09:24:02.229" v="145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4:05.052" v="147" actId="1076"/>
          <ac:spMkLst>
            <pc:docMk/>
            <pc:sldMk cId="0" sldId="258"/>
            <ac:spMk id="22" creationId="{8B3789FB-4EC6-29BB-8AB4-B514BCE88A9C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10.912" v="177" actId="1076"/>
          <ac:picMkLst>
            <pc:docMk/>
            <pc:sldMk cId="0" sldId="258"/>
            <ac:picMk id="5" creationId="{AFA5626A-1768-0BB6-2B3B-C29607998D96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8.485" v="175" actId="478"/>
          <ac:picMkLst>
            <pc:docMk/>
            <pc:sldMk cId="0" sldId="258"/>
            <ac:picMk id="24" creationId="{AE24B99B-8E01-F8B4-8ED1-D996CB7F0C9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6.767" v="174" actId="478"/>
          <ac:picMkLst>
            <pc:docMk/>
            <pc:sldMk cId="0" sldId="258"/>
            <ac:picMk id="26" creationId="{D2A8A9BE-1E15-DD99-FB54-E04C51A447DD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8.005" v="181" actId="1076"/>
        <pc:sldMkLst>
          <pc:docMk/>
          <pc:sldMk cId="0" sldId="259"/>
        </pc:sldMkLst>
        <pc:spChg chg="add mod">
          <ac:chgData name="Inter Institutional Inclusive  Innovations Center" userId="8f0f2a58-4f3c-47a5-9304-113b24e1e584" providerId="ADAL" clId="{7C429524-839A-4DDC-9EAA-B9B6CA7C8F65}" dt="2026-07-23T09:24:11.057" v="149" actId="1076"/>
          <ac:spMkLst>
            <pc:docMk/>
            <pc:sldMk cId="0" sldId="259"/>
            <ac:spMk id="25" creationId="{82B7216B-04F1-E2CC-935F-9AA2CE5B9E4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18.005" v="181" actId="1076"/>
          <ac:picMkLst>
            <pc:docMk/>
            <pc:sldMk cId="0" sldId="259"/>
            <ac:picMk id="26" creationId="{7743FE56-9400-E309-F93C-96E3C8B4AF8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5.027" v="179" actId="478"/>
          <ac:picMkLst>
            <pc:docMk/>
            <pc:sldMk cId="0" sldId="259"/>
            <ac:picMk id="27" creationId="{B357A1E6-99F0-E990-223D-B058F179008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3.204" v="178" actId="478"/>
          <ac:picMkLst>
            <pc:docMk/>
            <pc:sldMk cId="0" sldId="259"/>
            <ac:picMk id="29" creationId="{9072229F-1CE5-750A-DBFD-9C4A88BAFE15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28.242" v="186" actId="1076"/>
        <pc:sldMkLst>
          <pc:docMk/>
          <pc:sldMk cId="0" sldId="260"/>
        </pc:sldMkLst>
        <pc:spChg chg="add mod">
          <ac:chgData name="Inter Institutional Inclusive  Innovations Center" userId="8f0f2a58-4f3c-47a5-9304-113b24e1e584" providerId="ADAL" clId="{7C429524-839A-4DDC-9EAA-B9B6CA7C8F65}" dt="2026-07-23T09:24:18.395" v="151" actId="1076"/>
          <ac:spMkLst>
            <pc:docMk/>
            <pc:sldMk cId="0" sldId="260"/>
            <ac:spMk id="22" creationId="{50164B49-38DE-6195-0A8B-DC6EC6DA245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28.242" v="186" actId="1076"/>
          <ac:picMkLst>
            <pc:docMk/>
            <pc:sldMk cId="0" sldId="260"/>
            <ac:picMk id="23" creationId="{18A68BD0-3127-AC0B-80B4-CA2643B37A2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3.735" v="183" actId="478"/>
          <ac:picMkLst>
            <pc:docMk/>
            <pc:sldMk cId="0" sldId="260"/>
            <ac:picMk id="24" creationId="{3A18E54B-D9A5-D8F4-1F47-CC79C92D1FC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1.102" v="182" actId="478"/>
          <ac:picMkLst>
            <pc:docMk/>
            <pc:sldMk cId="0" sldId="260"/>
            <ac:picMk id="26" creationId="{EFBAF213-417A-8EA4-B3CD-8E1992EDDC8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35.583" v="190" actId="1076"/>
        <pc:sldMkLst>
          <pc:docMk/>
          <pc:sldMk cId="0" sldId="261"/>
        </pc:sldMkLst>
        <pc:spChg chg="add mod">
          <ac:chgData name="Inter Institutional Inclusive  Innovations Center" userId="8f0f2a58-4f3c-47a5-9304-113b24e1e584" providerId="ADAL" clId="{7C429524-839A-4DDC-9EAA-B9B6CA7C8F65}" dt="2026-07-23T09:24:23.028" v="153" actId="1076"/>
          <ac:spMkLst>
            <pc:docMk/>
            <pc:sldMk cId="0" sldId="261"/>
            <ac:spMk id="25" creationId="{BB3A3471-21A6-8A80-8399-32E98C63F186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35.583" v="190" actId="1076"/>
          <ac:picMkLst>
            <pc:docMk/>
            <pc:sldMk cId="0" sldId="261"/>
            <ac:picMk id="26" creationId="{1ADA517E-8996-A444-E540-A2F9B8F98D2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2.232" v="188" actId="478"/>
          <ac:picMkLst>
            <pc:docMk/>
            <pc:sldMk cId="0" sldId="261"/>
            <ac:picMk id="27" creationId="{D9C2C2E0-4D39-89DE-E3C8-3CF1DCD3752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0.421" v="187" actId="478"/>
          <ac:picMkLst>
            <pc:docMk/>
            <pc:sldMk cId="0" sldId="261"/>
            <ac:picMk id="29" creationId="{3BBCC248-868C-340C-0FAD-CA376B1FC8FE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42.239" v="194" actId="1076"/>
        <pc:sldMkLst>
          <pc:docMk/>
          <pc:sldMk cId="0" sldId="262"/>
        </pc:sldMkLst>
        <pc:spChg chg="add mod">
          <ac:chgData name="Inter Institutional Inclusive  Innovations Center" userId="8f0f2a58-4f3c-47a5-9304-113b24e1e584" providerId="ADAL" clId="{7C429524-839A-4DDC-9EAA-B9B6CA7C8F65}" dt="2026-07-23T09:24:26.189" v="155" actId="1076"/>
          <ac:spMkLst>
            <pc:docMk/>
            <pc:sldMk cId="0" sldId="262"/>
            <ac:spMk id="27" creationId="{850BA2BE-D607-619F-6960-A71277019D3B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42.239" v="194" actId="1076"/>
          <ac:picMkLst>
            <pc:docMk/>
            <pc:sldMk cId="0" sldId="262"/>
            <ac:picMk id="28" creationId="{C5D3E59C-FE74-F0BE-9B10-98C8003398B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9.769" v="192" actId="478"/>
          <ac:picMkLst>
            <pc:docMk/>
            <pc:sldMk cId="0" sldId="262"/>
            <ac:picMk id="29" creationId="{D1CD71D8-80DC-E089-7F84-F870CA82999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7.857" v="191" actId="478"/>
          <ac:picMkLst>
            <pc:docMk/>
            <pc:sldMk cId="0" sldId="262"/>
            <ac:picMk id="31" creationId="{32772FAA-6737-736E-57F5-863D0C30C83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13.043" v="199" actId="1076"/>
        <pc:sldMkLst>
          <pc:docMk/>
          <pc:sldMk cId="0" sldId="263"/>
        </pc:sldMkLst>
        <pc:spChg chg="add mod">
          <ac:chgData name="Inter Institutional Inclusive  Innovations Center" userId="8f0f2a58-4f3c-47a5-9304-113b24e1e584" providerId="ADAL" clId="{7C429524-839A-4DDC-9EAA-B9B6CA7C8F65}" dt="2026-07-23T09:24:31.594" v="157" actId="1076"/>
          <ac:spMkLst>
            <pc:docMk/>
            <pc:sldMk cId="0" sldId="263"/>
            <ac:spMk id="31" creationId="{10B6379C-1BCE-6784-4600-934501FC5F9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13.043" v="199" actId="1076"/>
          <ac:picMkLst>
            <pc:docMk/>
            <pc:sldMk cId="0" sldId="263"/>
            <ac:picMk id="32" creationId="{0D18A824-BCDE-0A33-4245-E3C168F9E6DD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6.281" v="196" actId="478"/>
          <ac:picMkLst>
            <pc:docMk/>
            <pc:sldMk cId="0" sldId="263"/>
            <ac:picMk id="33" creationId="{ADD1E958-165B-D6F5-A64F-04FCD64E2147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4.546" v="195" actId="478"/>
          <ac:picMkLst>
            <pc:docMk/>
            <pc:sldMk cId="0" sldId="263"/>
            <ac:picMk id="35" creationId="{6BADDDF0-0612-EB5D-5A8F-EFB7179CFC4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8.815" v="207" actId="1076"/>
        <pc:sldMkLst>
          <pc:docMk/>
          <pc:sldMk cId="0" sldId="267"/>
        </pc:sldMkLst>
        <pc:spChg chg="add mod">
          <ac:chgData name="Inter Institutional Inclusive  Innovations Center" userId="8f0f2a58-4f3c-47a5-9304-113b24e1e584" providerId="ADAL" clId="{7C429524-839A-4DDC-9EAA-B9B6CA7C8F65}" dt="2026-07-23T09:24:40.860" v="161" actId="1076"/>
          <ac:spMkLst>
            <pc:docMk/>
            <pc:sldMk cId="0" sldId="267"/>
            <ac:spMk id="32" creationId="{3E27E131-AC1D-E75C-0267-02565ACC1BC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8.815" v="207" actId="1076"/>
          <ac:picMkLst>
            <pc:docMk/>
            <pc:sldMk cId="0" sldId="267"/>
            <ac:picMk id="33" creationId="{1D876DBE-D402-1B41-B952-69F6F5BF98C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6.339" v="205" actId="478"/>
          <ac:picMkLst>
            <pc:docMk/>
            <pc:sldMk cId="0" sldId="267"/>
            <ac:picMk id="34" creationId="{3207B916-D916-65B2-E15B-7B8E518A4CF1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4.437" v="204" actId="478"/>
          <ac:picMkLst>
            <pc:docMk/>
            <pc:sldMk cId="0" sldId="267"/>
            <ac:picMk id="36" creationId="{73F6D37F-F5F4-6581-D4C3-0D6D2153AEF3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2.013" v="203" actId="1076"/>
        <pc:sldMkLst>
          <pc:docMk/>
          <pc:sldMk cId="0" sldId="268"/>
        </pc:sldMkLst>
        <pc:spChg chg="add mod">
          <ac:chgData name="Inter Institutional Inclusive  Innovations Center" userId="8f0f2a58-4f3c-47a5-9304-113b24e1e584" providerId="ADAL" clId="{7C429524-839A-4DDC-9EAA-B9B6CA7C8F65}" dt="2026-07-23T09:24:36.582" v="159" actId="1076"/>
          <ac:spMkLst>
            <pc:docMk/>
            <pc:sldMk cId="0" sldId="268"/>
            <ac:spMk id="30" creationId="{89A93441-4E5C-0FCA-6BDD-16AB2E1B711C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2.013" v="203" actId="1076"/>
          <ac:picMkLst>
            <pc:docMk/>
            <pc:sldMk cId="0" sldId="268"/>
            <ac:picMk id="31" creationId="{73E0C32B-9271-FA34-86BB-7D95EB5AB34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9.304" v="201" actId="478"/>
          <ac:picMkLst>
            <pc:docMk/>
            <pc:sldMk cId="0" sldId="268"/>
            <ac:picMk id="32" creationId="{10A4E146-7FDB-FFE9-9526-3614562D8544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7.385" v="200" actId="478"/>
          <ac:picMkLst>
            <pc:docMk/>
            <pc:sldMk cId="0" sldId="268"/>
            <ac:picMk id="34" creationId="{616214A5-37D4-FB21-7202-26AFB342A299}"/>
          </ac:picMkLst>
        </pc:picChg>
      </pc:sldChg>
      <pc:sldMasterChg chg="modSldLayout">
        <pc:chgData name="Inter Institutional Inclusive  Innovations Center" userId="8f0f2a58-4f3c-47a5-9304-113b24e1e584" providerId="ADAL" clId="{7C429524-839A-4DDC-9EAA-B9B6CA7C8F65}" dt="2026-07-23T09:22:53.132" v="135" actId="1076"/>
        <pc:sldMasterMkLst>
          <pc:docMk/>
          <pc:sldMasterMk cId="0" sldId="2147483648"/>
        </pc:sldMasterMkLst>
        <pc:sldLayoutChg chg="addSp delSp modSp mod">
          <pc:chgData name="Inter Institutional Inclusive  Innovations Center" userId="8f0f2a58-4f3c-47a5-9304-113b24e1e584" providerId="ADAL" clId="{7C429524-839A-4DDC-9EAA-B9B6CA7C8F65}" dt="2026-07-23T09:22:53.132" v="135" actId="1076"/>
          <pc:sldLayoutMkLst>
            <pc:docMk/>
            <pc:sldMasterMk cId="0" sldId="2147483648"/>
            <pc:sldLayoutMk cId="0" sldId="2147483649"/>
          </pc:sldLayoutMkLst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3" creationId="{670500D5-0C61-D368-3EA8-B0D70E76267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7" creationId="{8554604A-67D5-8651-A136-D9C527FB2A3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9" creationId="{29E90E54-6D65-ECF5-20F4-778E2350593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1" creationId="{070086D7-78C3-0DC3-34DD-D68141DA954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3" creationId="{A2E77B92-8008-BEFB-D609-FA2E3D4355C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5" creationId="{BDA6C487-A013-0BDD-3256-B049C59B30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7" creationId="{86CA69B4-C6E5-E2E4-A86B-E8053E9874F3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3" creationId="{4C7FD9C6-DB86-B335-81D3-D5591274E04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5" creationId="{9C2348A3-50E7-9624-EAF4-9ACFD3ABE5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7" creationId="{F81BDED9-60D5-649E-4AB6-5A7B541D9AA0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31" creationId="{2BD26DD0-A441-CDA1-C7C4-500C0B482AE4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47" creationId="{A5833BA1-7E68-EA56-E2F4-8F8311ABF75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49" creationId="{B9BD3167-D5BD-8B40-4555-84C7BD065A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57" creationId="{5061D844-37EB-548D-B973-C8018E42C215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65" creationId="{FDE11816-BE8D-2EA8-403C-EDD897CC888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7" creationId="{3779CD17-0018-CC60-6D0F-0933639C8E8F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9" creationId="{C8A72EB2-0C41-D852-59DA-E4EA48C4DC76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83" creationId="{6C9218A1-D90A-BA12-EF63-1B92669F6E38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85" creationId="{449C0B3C-3475-D922-9A12-C029E001B10F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3" creationId="{08A80940-BD2D-E549-ED9D-34BC817068A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5" creationId="{FECC3D97-6F4A-BC31-16FB-164D35CAFD27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9" creationId="{C6F62233-28CA-F7F7-27B0-76ED806DEE15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13" creationId="{3329D229-D178-066B-8117-18D8EC7F337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127" creationId="{F0D528F7-9BB6-65AC-0918-282E384814E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1" creationId="{EB893E23-FB1A-0D77-F65C-392B3A91CBBC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3" creationId="{A26E93F0-C6F6-73C1-E4FF-8B898B8250A6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53" creationId="{07D1DC4B-8695-07D8-8056-6A8BA7F332F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87" creationId="{FCA5CCE8-8E73-82EE-CB6B-ADB25409BFB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1" creationId="{500422FC-A5C6-6331-8965-69B3A3D859E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3" creationId="{85DE142B-F8AA-47A6-E761-6329FF37BFB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03" creationId="{5871EDFA-DBCB-D39E-C0AB-2C0B81A5382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13" creationId="{CBE53BBA-B6A7-D74B-87C7-2C5D8EEAA454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31" creationId="{E6A3F812-3BF4-9336-E57D-860E6A54F3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45" creationId="{68E228AD-385E-7895-2F11-2E8E1A4C209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53" creationId="{B226F5B6-1373-9263-48EC-924CF9FC868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69" creationId="{8C9230A6-A4D4-2C36-7EB2-ADA9A45F2699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79" creationId="{4F0EF51C-A9EC-FDE9-5978-4FD26B7D03A8}"/>
            </ac:spMkLst>
          </pc:spChg>
          <pc:picChg chg="mod">
            <ac:chgData name="Inter Institutional Inclusive  Innovations Center" userId="8f0f2a58-4f3c-47a5-9304-113b24e1e584" providerId="ADAL" clId="{7C429524-839A-4DDC-9EAA-B9B6CA7C8F65}" dt="2026-07-23T09:22:39.795" v="132" actId="1076"/>
            <ac:picMkLst>
              <pc:docMk/>
              <pc:sldMasterMk cId="0" sldId="2147483648"/>
              <pc:sldLayoutMk cId="0" sldId="2147483649"/>
              <ac:picMk id="33" creationId="{9C02DD19-DD7E-1634-0056-B0B673F6409D}"/>
            </ac:picMkLst>
          </pc:picChg>
          <pc:picChg chg="add mod">
            <ac:chgData name="Inter Institutional Inclusive  Innovations Center" userId="8f0f2a58-4f3c-47a5-9304-113b24e1e584" providerId="ADAL" clId="{7C429524-839A-4DDC-9EAA-B9B6CA7C8F65}" dt="2026-07-23T09:22:53.132" v="135" actId="1076"/>
            <ac:picMkLst>
              <pc:docMk/>
              <pc:sldMasterMk cId="0" sldId="2147483648"/>
              <pc:sldLayoutMk cId="0" sldId="2147483649"/>
              <ac:picMk id="282" creationId="{BD66A30C-A2DE-61B6-8B7B-4CF622680E59}"/>
            </ac:picMkLst>
          </pc:picChg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4.733" v="137" actId="6938"/>
        <pc:sldMasterMkLst>
          <pc:docMk/>
          <pc:sldMasterMk cId="1023542986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72539884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4814556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921258258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884839122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399709954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808508738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108363411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53536990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624862031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82232363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931480772" sldId="2147483661"/>
          </pc:sldLayoutMkLst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8.103" v="139" actId="6938"/>
        <pc:sldMasterMkLst>
          <pc:docMk/>
          <pc:sldMasterMk cId="1372952111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105982335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008508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77606852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208342861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96227509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80754746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973874357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68563839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165239747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58272975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622961263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openxmlformats.org/officeDocument/2006/relationships/image" Target="../media/image11.jpe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52477" y="1710386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team can have up to 4 members including the team leader. Add rows if necessary.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667052" y="1864004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2400" b="1"/>
            </a:pPr>
            <a:r>
              <a:t>TerraTech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21113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800" b="1"/>
            </a:pPr>
            <a:r>
              <a:rPr dirty="0">
                <a:solidFill>
                  <a:schemeClr val="bg1"/>
                </a:solidFill>
              </a:rPr>
              <a:t>SUDHARSANAM S 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2026-2027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7" name="Text 48"/>
          <p:cNvSpPr txBox="1"/>
          <p:nvPr/>
        </p:nvSpPr>
        <p:spPr>
          <a:xfrm>
            <a:off x="4080053" y="2686508"/>
            <a:ext cx="1173999" cy="239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800" b="1"/>
            </a:pPr>
            <a:r>
              <a:rPr dirty="0">
                <a:solidFill>
                  <a:schemeClr val="bg1"/>
                </a:solidFill>
              </a:rPr>
              <a:t>SANJITH C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2026-2027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9" name="Text 50"/>
          <p:cNvSpPr txBox="1"/>
          <p:nvPr/>
        </p:nvSpPr>
        <p:spPr>
          <a:xfrm>
            <a:off x="4080053" y="3089301"/>
            <a:ext cx="2349093" cy="35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800" b="1"/>
            </a:pPr>
            <a:r>
              <a:rPr dirty="0">
                <a:solidFill>
                  <a:schemeClr val="bg1"/>
                </a:solidFill>
              </a:rPr>
              <a:t>ASHWATH PRRAJAN R 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2026-2027</a:t>
            </a:r>
            <a:endParaRPr lang="en-US" sz="1100" dirty="0">
              <a:solidFill>
                <a:schemeClr val="bg1">
                  <a:lumMod val="95000"/>
                  <a:alpha val="50000"/>
                </a:schemeClr>
              </a:solidFill>
            </a:endParaRPr>
          </a:p>
        </p:txBody>
      </p:sp>
      <p:sp>
        <p:nvSpPr>
          <p:cNvPr id="61" name="Text 52"/>
          <p:cNvSpPr txBox="1"/>
          <p:nvPr/>
        </p:nvSpPr>
        <p:spPr>
          <a:xfrm>
            <a:off x="4080053" y="3533699"/>
            <a:ext cx="1728636" cy="29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800" b="1"/>
            </a:pPr>
            <a:r>
              <a:rPr dirty="0">
                <a:solidFill>
                  <a:schemeClr val="bg1"/>
                </a:solidFill>
              </a:rPr>
              <a:t>SAKTHI SURYA 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2026-2027</a:t>
            </a:r>
            <a:endParaRPr lang="en-US" sz="110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63" name="Text 54"/>
          <p:cNvSpPr txBox="1"/>
          <p:nvPr/>
        </p:nvSpPr>
        <p:spPr>
          <a:xfrm>
            <a:off x="933603" y="5144414"/>
            <a:ext cx="3521040" cy="26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KARPAGAM COLLEGE OF ENGINEERING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{+91 6380300237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55080" y="6020409"/>
            <a:ext cx="2477604" cy="275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sudharsanam020@gmail.com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62773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Selected the problem statement your idea addresses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612631"/>
            <a:ext cx="10267798" cy="151605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3059387" y="3763852"/>
            <a:ext cx="4895393" cy="277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400" b="1"/>
            </a:pPr>
            <a:r>
              <a:rPr dirty="0"/>
              <a:t>Drift-Sense: Navigation-Error Recovery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1247699" y="3977991"/>
            <a:ext cx="9382449" cy="115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defRPr sz="1500" b="0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                   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Semiconductor wafer inspection systems work with detailed, repetitive layouts. Navigation/localization errors can occur when the system loses the correct position of a small reference region inside a much larger search image.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- 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83941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 a brief summary of your idea, including the key concept and approach. Provide a brief overview of your solution and how it addresses the problem statement.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61949" y="4060850"/>
            <a:ext cx="10267798" cy="89519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057504" y="4202582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359017" y="4317129"/>
            <a:ext cx="9305849" cy="699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400" b="0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       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Multi-stage visual localization using template matching, multi-scale/rotation-aware matching, edge/gradient verification, candidate suppression, local refinement and targeted recovery for difficult cases.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Shape 14"/>
          <p:cNvSpPr/>
          <p:nvPr/>
        </p:nvSpPr>
        <p:spPr>
          <a:xfrm>
            <a:off x="961949" y="5108753"/>
            <a:ext cx="10267798" cy="89519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057504" y="5161039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5352149"/>
            <a:ext cx="9502664" cy="442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400" b="0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            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The system receives a reference patch and a large search image, generates candidate locations, verifies them using complementary visual features, suppresses periodic false matches, and returns the most reliable localization.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-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your idea in detail. Include the methodology, technologies involved, and how it addresses the chosen problem statement.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134001"/>
            <a:ext cx="10267798" cy="2342693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232759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549907" y="4418688"/>
            <a:ext cx="8996782" cy="2052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300" b="0"/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Pipeline: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1. Load reference/search image pair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2. Generate localization candidates efficiently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3. Use multi-scale and rotation-aware matching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4. Verify candidates with grayscale, edge and gradient information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5. Apply candidate suppression and local refinement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6. Use recovery/consensus checks for ambiguous cases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7. Record localization error, confidence and failure diagnostics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Implementation: Python + OpenCV + NumPy; CPU-parallel execution is used only to distribute independent image-pair processing.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Highlight what makes your idea unique or innovative compared to existing solutions.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845052"/>
            <a:ext cx="5020056" cy="2345886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62202" y="3917904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082796"/>
            <a:ext cx="4429354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400" b="0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         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A robust localization pipeline designed specifically for repetitive semiconductor layouts, combining complementary visual verification with recovery logic instead of relying on a single template-matching score.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210605" y="3845052"/>
            <a:ext cx="5020056" cy="2345886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752235" y="4206105"/>
            <a:ext cx="4239158" cy="1623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400" b="0"/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• Handles periodic false matches more conservatively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• Supports scale/rotation variation and image degradation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• Provides failure diagnostics for difficult pairs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• CPU-parallel execution improves throughput without changing the localization logic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• Validated on 1,000 image pairs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 how your solution will make an impact, such as improving </a:t>
            </a:r>
            <a:r>
              <a:rPr lang="en-US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</a:t>
            </a: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reducing costs, increasing efficiency, or solving other challenges.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210812"/>
            <a:ext cx="5020056" cy="1995116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448696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6698" y="4448556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200607" y="4791456"/>
            <a:ext cx="4148633" cy="1114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400" b="0"/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Reliable visual localization can help semiconductor inspection systems recover from navigation drift and reduce incorrect localization caused by repetitive layout patterns.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Shape 14"/>
          <p:cNvSpPr/>
          <p:nvPr/>
        </p:nvSpPr>
        <p:spPr>
          <a:xfrm>
            <a:off x="6210605" y="4210812"/>
            <a:ext cx="5020056" cy="1995116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448349" y="4486961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34556" y="4448556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7014288" y="4682645"/>
            <a:ext cx="3986784" cy="153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400" b="0"/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Validated result: 986 successful / 1000 pairs 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defRPr sz="1400" b="0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Accuracy=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98.60%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886 cases localized within ≤1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px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986 successful cases within ≤3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px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Average error: 7.29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px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Maximum error: 850.97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px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14 difficult cases retained for failure analysis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567</Words>
  <Application>Microsoft Office PowerPoint</Application>
  <PresentationFormat>Widescreen</PresentationFormat>
  <Paragraphs>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SUDHARSANAM SM</cp:lastModifiedBy>
  <cp:revision>4</cp:revision>
  <dcterms:created xsi:type="dcterms:W3CDTF">2026-01-15T05:38:47Z</dcterms:created>
  <dcterms:modified xsi:type="dcterms:W3CDTF">2026-08-15T16:10:22Z</dcterms:modified>
</cp:coreProperties>
</file>